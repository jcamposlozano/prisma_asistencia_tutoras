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mOLgcNrWo8orvlPvhtTxbXm9n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15E9DB-2568-4ED5-9467-20A2A222CC2E}">
  <a:tblStyle styleId="{0F15E9DB-2568-4ED5-9467-20A2A222CC2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26EB83F-ACE9-EDBB-516B-1ADFBFEC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>
            <a:extLst>
              <a:ext uri="{FF2B5EF4-FFF2-40B4-BE49-F238E27FC236}">
                <a16:creationId xmlns:a16="http://schemas.microsoft.com/office/drawing/2014/main" id="{A0580A87-F26F-559E-6511-08B76403E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6:notes">
            <a:extLst>
              <a:ext uri="{FF2B5EF4-FFF2-40B4-BE49-F238E27FC236}">
                <a16:creationId xmlns:a16="http://schemas.microsoft.com/office/drawing/2014/main" id="{146023E7-F05E-3799-7E9A-0BC6CD7FC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843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189781" y="0"/>
            <a:ext cx="2553419" cy="7187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801" y="718775"/>
            <a:ext cx="2747247" cy="1346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" descr="UIDE - Badges - Credly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096" y="-823137"/>
            <a:ext cx="4320904" cy="43209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/>
        </p:nvSpPr>
        <p:spPr>
          <a:xfrm>
            <a:off x="1322000" y="3209901"/>
            <a:ext cx="6499997" cy="575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 para comité curricular</a:t>
            </a:r>
            <a:endParaRPr sz="3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2"/>
          <p:cNvCxnSpPr/>
          <p:nvPr/>
        </p:nvCxnSpPr>
        <p:spPr>
          <a:xfrm rot="10800000" flipH="1">
            <a:off x="1480675" y="3872296"/>
            <a:ext cx="6425700" cy="10800"/>
          </a:xfrm>
          <a:prstGeom prst="straightConnector1">
            <a:avLst/>
          </a:prstGeom>
          <a:noFill/>
          <a:ln w="9525" cap="flat" cmpd="sng">
            <a:solidFill>
              <a:srgbClr val="EAAA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2"/>
          <p:cNvSpPr txBox="1"/>
          <p:nvPr/>
        </p:nvSpPr>
        <p:spPr>
          <a:xfrm>
            <a:off x="2060929" y="3872296"/>
            <a:ext cx="4890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Fecha: </a:t>
            </a:r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</a:t>
            </a:r>
            <a:r>
              <a:rPr lang="e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Máster: </a:t>
            </a: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ENERGÍAS RENOVABLES C10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1673525" y="163902"/>
            <a:ext cx="836762" cy="59522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5494" y="302647"/>
            <a:ext cx="902894" cy="4736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/>
          <p:nvPr/>
        </p:nvSpPr>
        <p:spPr>
          <a:xfrm>
            <a:off x="665450" y="1708825"/>
            <a:ext cx="248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Energía de la biomasa</a:t>
            </a:r>
            <a:endParaRPr lang="es-CO" sz="2400" b="1" i="0" u="none" strike="noStrike" cap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3806701" y="1568847"/>
            <a:ext cx="5004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Fecha inicio - fin: </a:t>
            </a:r>
            <a:r>
              <a:rPr lang="en" sz="1400" i="0" u="none" strike="noStrike" cap="none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3/06/2026 – </a:t>
            </a:r>
            <a:r>
              <a:rPr lang="en" dirty="0">
                <a:solidFill>
                  <a:srgbClr val="999999"/>
                </a:solidFill>
              </a:rPr>
              <a:t>28</a:t>
            </a:r>
            <a:r>
              <a:rPr lang="en" sz="1400" i="0" u="none" strike="noStrike" cap="none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/06/2026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SzPts val="1400"/>
            </a:pPr>
            <a:r>
              <a:rPr lang="en" sz="1400" b="1" i="0" u="none" strike="noStrike" cap="none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Docente: </a:t>
            </a:r>
            <a:r>
              <a:rPr lang="es-CO" dirty="0">
                <a:solidFill>
                  <a:srgbClr val="999999"/>
                </a:solidFill>
              </a:rPr>
              <a:t>[Nombre del docente]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3477325" y="1138775"/>
            <a:ext cx="0" cy="286050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" name="Google Shape;70;p6">
            <a:extLst>
              <a:ext uri="{FF2B5EF4-FFF2-40B4-BE49-F238E27FC236}">
                <a16:creationId xmlns:a16="http://schemas.microsoft.com/office/drawing/2014/main" id="{9C0D37FB-B1DE-FD84-8F95-5630068AD143}"/>
              </a:ext>
            </a:extLst>
          </p:cNvPr>
          <p:cNvSpPr/>
          <p:nvPr/>
        </p:nvSpPr>
        <p:spPr>
          <a:xfrm>
            <a:off x="4572000" y="400596"/>
            <a:ext cx="4516582" cy="277800"/>
          </a:xfrm>
          <a:prstGeom prst="rect">
            <a:avLst/>
          </a:prstGeom>
          <a:solidFill>
            <a:srgbClr val="910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 de la biomasa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4627418" y="318575"/>
            <a:ext cx="4516582" cy="277800"/>
          </a:xfrm>
          <a:prstGeom prst="rect">
            <a:avLst/>
          </a:prstGeom>
          <a:solidFill>
            <a:srgbClr val="910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200"/>
            </a:pPr>
            <a:r>
              <a:rPr lang="es-CO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 de la biomasa</a:t>
            </a:r>
          </a:p>
        </p:txBody>
      </p:sp>
      <p:sp>
        <p:nvSpPr>
          <p:cNvPr id="71" name="Google Shape;71;p6"/>
          <p:cNvSpPr txBox="1"/>
          <p:nvPr/>
        </p:nvSpPr>
        <p:spPr>
          <a:xfrm>
            <a:off x="588130" y="1153464"/>
            <a:ext cx="430224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Asistencia a sesiones síncronas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" name="Google Shape;72;p6"/>
          <p:cNvGraphicFramePr/>
          <p:nvPr>
            <p:extLst>
              <p:ext uri="{D42A27DB-BD31-4B8C-83A1-F6EECF244321}">
                <p14:modId xmlns:p14="http://schemas.microsoft.com/office/powerpoint/2010/main" val="1116631312"/>
              </p:ext>
            </p:extLst>
          </p:nvPr>
        </p:nvGraphicFramePr>
        <p:xfrm>
          <a:off x="588130" y="1808651"/>
          <a:ext cx="5567925" cy="2489875"/>
        </p:xfrm>
        <a:graphic>
          <a:graphicData uri="http://schemas.openxmlformats.org/drawingml/2006/table">
            <a:tbl>
              <a:tblPr firstRow="1" bandRow="1">
                <a:noFill/>
                <a:tableStyleId>{0F15E9DB-2568-4ED5-9467-20A2A222CC2E}</a:tableStyleId>
              </a:tblPr>
              <a:tblGrid>
                <a:gridCol w="185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Nº de estudiantes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Porcentaje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Asiste a 6 sesiones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Asiste a 5 sesiones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Asiste a 4 sesiones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Asiste a 3 sesiones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Asiste a 2 sesiones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3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Asiste a 1 sesiones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42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 asiste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3" name="Google Shape;73;p6"/>
          <p:cNvSpPr/>
          <p:nvPr/>
        </p:nvSpPr>
        <p:spPr>
          <a:xfrm>
            <a:off x="1647645" y="318575"/>
            <a:ext cx="1095555" cy="400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5494" y="302647"/>
            <a:ext cx="902894" cy="4736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1;p6">
            <a:extLst>
              <a:ext uri="{FF2B5EF4-FFF2-40B4-BE49-F238E27FC236}">
                <a16:creationId xmlns:a16="http://schemas.microsoft.com/office/drawing/2014/main" id="{D9E5A576-A540-8055-DD3C-0C586608CD81}"/>
              </a:ext>
            </a:extLst>
          </p:cNvPr>
          <p:cNvSpPr txBox="1"/>
          <p:nvPr/>
        </p:nvSpPr>
        <p:spPr>
          <a:xfrm>
            <a:off x="6244937" y="1708601"/>
            <a:ext cx="2168236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asisten:</a:t>
            </a:r>
            <a:endParaRPr lang="en"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Imagen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937" y="2103816"/>
            <a:ext cx="2310933" cy="2018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>
          <a:extLst>
            <a:ext uri="{FF2B5EF4-FFF2-40B4-BE49-F238E27FC236}">
              <a16:creationId xmlns:a16="http://schemas.microsoft.com/office/drawing/2014/main" id="{94F0E5E1-7450-25C4-6E68-7A4BCC35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>
            <a:extLst>
              <a:ext uri="{FF2B5EF4-FFF2-40B4-BE49-F238E27FC236}">
                <a16:creationId xmlns:a16="http://schemas.microsoft.com/office/drawing/2014/main" id="{CC08F787-517C-53A6-FD98-AA9C63936425}"/>
              </a:ext>
            </a:extLst>
          </p:cNvPr>
          <p:cNvSpPr/>
          <p:nvPr/>
        </p:nvSpPr>
        <p:spPr>
          <a:xfrm>
            <a:off x="4627418" y="318575"/>
            <a:ext cx="4516582" cy="277800"/>
          </a:xfrm>
          <a:prstGeom prst="rect">
            <a:avLst/>
          </a:prstGeom>
          <a:solidFill>
            <a:srgbClr val="910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200"/>
            </a:pPr>
            <a:r>
              <a:rPr lang="es-CO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 de la biomasa</a:t>
            </a:r>
          </a:p>
        </p:txBody>
      </p:sp>
      <p:sp>
        <p:nvSpPr>
          <p:cNvPr id="73" name="Google Shape;73;p6">
            <a:extLst>
              <a:ext uri="{FF2B5EF4-FFF2-40B4-BE49-F238E27FC236}">
                <a16:creationId xmlns:a16="http://schemas.microsoft.com/office/drawing/2014/main" id="{E5FA7226-9083-1F15-692F-724AACE8A601}"/>
              </a:ext>
            </a:extLst>
          </p:cNvPr>
          <p:cNvSpPr/>
          <p:nvPr/>
        </p:nvSpPr>
        <p:spPr>
          <a:xfrm>
            <a:off x="1647645" y="318575"/>
            <a:ext cx="1095555" cy="400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6">
            <a:extLst>
              <a:ext uri="{FF2B5EF4-FFF2-40B4-BE49-F238E27FC236}">
                <a16:creationId xmlns:a16="http://schemas.microsoft.com/office/drawing/2014/main" id="{D32E24A5-CE02-A839-C726-CB059AFAF7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5494" y="302647"/>
            <a:ext cx="902894" cy="47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Imagen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11" y="1034118"/>
            <a:ext cx="4057650" cy="3390900"/>
          </a:xfrm>
          <a:prstGeom prst="rect">
            <a:avLst/>
          </a:prstGeom>
        </p:spPr>
      </p:pic>
      <p:pic>
        <p:nvPicPr>
          <p:cNvPr id="76" name="Imagen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545" y="1034118"/>
            <a:ext cx="3671534" cy="338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2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/>
        </p:nvSpPr>
        <p:spPr>
          <a:xfrm>
            <a:off x="588130" y="1153464"/>
            <a:ext cx="430224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910048"/>
                </a:solidFill>
                <a:latin typeface="Calibri"/>
                <a:ea typeface="Calibri"/>
                <a:cs typeface="Calibri"/>
                <a:sym typeface="Calibri"/>
              </a:rPr>
              <a:t>Incidencias  / Novedades</a:t>
            </a:r>
            <a:endParaRPr sz="2400" b="1" i="0" u="none" strike="noStrike" cap="none">
              <a:solidFill>
                <a:srgbClr val="9100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108898" y="1656755"/>
            <a:ext cx="658139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 que no han superado la materia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647645" y="318575"/>
            <a:ext cx="1095555" cy="400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5494" y="302647"/>
            <a:ext cx="902894" cy="47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6">
            <a:extLst>
              <a:ext uri="{FF2B5EF4-FFF2-40B4-BE49-F238E27FC236}">
                <a16:creationId xmlns:a16="http://schemas.microsoft.com/office/drawing/2014/main" id="{A1EEAC84-9723-2034-3F08-ECC52F46332E}"/>
              </a:ext>
            </a:extLst>
          </p:cNvPr>
          <p:cNvSpPr/>
          <p:nvPr/>
        </p:nvSpPr>
        <p:spPr>
          <a:xfrm>
            <a:off x="4627418" y="318575"/>
            <a:ext cx="4516582" cy="277800"/>
          </a:xfrm>
          <a:prstGeom prst="rect">
            <a:avLst/>
          </a:prstGeom>
          <a:solidFill>
            <a:srgbClr val="910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200"/>
            </a:pPr>
            <a:r>
              <a:rPr lang="es-CO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 de la biomasa</a:t>
            </a:r>
          </a:p>
        </p:txBody>
      </p:sp>
      <p:pic>
        <p:nvPicPr>
          <p:cNvPr id="85" name="Imagen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43" y="2236074"/>
            <a:ext cx="2915057" cy="981212"/>
          </a:xfrm>
          <a:prstGeom prst="rect">
            <a:avLst/>
          </a:prstGeom>
        </p:spPr>
      </p:pic>
      <p:pic>
        <p:nvPicPr>
          <p:cNvPr id="86" name="Imagen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486" y="2236074"/>
            <a:ext cx="1053893" cy="9812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 txBox="1"/>
          <p:nvPr/>
        </p:nvSpPr>
        <p:spPr>
          <a:xfrm>
            <a:off x="588130" y="1153464"/>
            <a:ext cx="430224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910048"/>
                </a:solidFill>
                <a:latin typeface="Calibri"/>
                <a:ea typeface="Calibri"/>
                <a:cs typeface="Calibri"/>
                <a:sym typeface="Calibri"/>
              </a:rPr>
              <a:t>Incidencias  / Novedades</a:t>
            </a:r>
            <a:endParaRPr sz="2400" b="1" i="0" u="none" strike="noStrike" cap="none">
              <a:solidFill>
                <a:srgbClr val="9100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0"/>
          <p:cNvSpPr txBox="1"/>
          <p:nvPr/>
        </p:nvSpPr>
        <p:spPr>
          <a:xfrm>
            <a:off x="1157389" y="1523514"/>
            <a:ext cx="658139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Comentarios sobre los estudiantes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31864"/>
            <a:ext cx="2943537" cy="8911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6">
            <a:extLst>
              <a:ext uri="{FF2B5EF4-FFF2-40B4-BE49-F238E27FC236}">
                <a16:creationId xmlns:a16="http://schemas.microsoft.com/office/drawing/2014/main" id="{A7DD0692-62DE-0C24-2B9C-F6765AD795FA}"/>
              </a:ext>
            </a:extLst>
          </p:cNvPr>
          <p:cNvSpPr/>
          <p:nvPr/>
        </p:nvSpPr>
        <p:spPr>
          <a:xfrm>
            <a:off x="4627418" y="318575"/>
            <a:ext cx="4516582" cy="277800"/>
          </a:xfrm>
          <a:prstGeom prst="rect">
            <a:avLst/>
          </a:prstGeom>
          <a:solidFill>
            <a:srgbClr val="910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200"/>
            </a:pPr>
            <a:r>
              <a:rPr lang="es-CO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 de la biomasa</a:t>
            </a:r>
          </a:p>
        </p:txBody>
      </p:sp>
      <p:sp>
        <p:nvSpPr>
          <p:cNvPr id="4" name="Google Shape;92;p30">
            <a:extLst>
              <a:ext uri="{FF2B5EF4-FFF2-40B4-BE49-F238E27FC236}">
                <a16:creationId xmlns:a16="http://schemas.microsoft.com/office/drawing/2014/main" id="{399575A9-102C-176E-C8CC-B91AB71F204D}"/>
              </a:ext>
            </a:extLst>
          </p:cNvPr>
          <p:cNvSpPr txBox="1"/>
          <p:nvPr/>
        </p:nvSpPr>
        <p:spPr>
          <a:xfrm>
            <a:off x="811768" y="2093663"/>
            <a:ext cx="6581393" cy="175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91;p30">
            <a:extLst>
              <a:ext uri="{FF2B5EF4-FFF2-40B4-BE49-F238E27FC236}">
                <a16:creationId xmlns:a16="http://schemas.microsoft.com/office/drawing/2014/main" id="{9C1B4A88-8B6C-CF1F-66F7-FCD886C46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566545"/>
              </p:ext>
            </p:extLst>
          </p:nvPr>
        </p:nvGraphicFramePr>
        <p:xfrm>
          <a:off x="395111" y="1923714"/>
          <a:ext cx="8353778" cy="1371630"/>
        </p:xfrm>
        <a:graphic>
          <a:graphicData uri="http://schemas.openxmlformats.org/drawingml/2006/table">
            <a:tbl>
              <a:tblPr firstRow="1" bandRow="1">
                <a:noFill/>
                <a:tableStyleId>{0F15E9DB-2568-4ED5-9467-20A2A222CC2E}</a:tableStyleId>
              </a:tblPr>
              <a:tblGrid>
                <a:gridCol w="2694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Estudiante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Clase 1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Clase 2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Clase 3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s-CO" sz="1050" b="0" u="none" strike="noStrike" cap="none" dirty="0">
                          <a:solidFill>
                            <a:srgbClr val="000000"/>
                          </a:solidFill>
                        </a:rPr>
                        <a:t>[Estudiante]</a:t>
                      </a:r>
                      <a:endParaRPr lang="es-CO" sz="105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s-MX" sz="1200" u="none" strike="noStrike" cap="none" dirty="0"/>
                        <a:t>[Comentario]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strike="noStrike" cap="none" dirty="0"/>
                        <a:t>[Comentario]</a:t>
                      </a:r>
                      <a:endParaRPr sz="12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strike="noStrike" cap="none" dirty="0"/>
                        <a:t>[Comentario]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100" b="0" i="0" u="none" dirty="0">
                          <a:solidFill>
                            <a:srgbClr val="29363F"/>
                          </a:solidFill>
                          <a:effectLst/>
                          <a:latin typeface="Lato Extended"/>
                        </a:rPr>
                        <a:t>[Estudiante]</a:t>
                      </a:r>
                      <a:endParaRPr lang="es-CO" sz="11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endParaRPr lang="es-MX" sz="12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s-MX" sz="1200" u="none" strike="noStrike" cap="none" dirty="0"/>
                        <a:t>[Comentario]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endParaRPr lang="es-MX" sz="12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s-MX" sz="1200" u="none" strike="noStrike" cap="none" dirty="0"/>
                        <a:t>[Comentario]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s-CO" sz="12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7926851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1"/>
          <p:cNvSpPr txBox="1"/>
          <p:nvPr/>
        </p:nvSpPr>
        <p:spPr>
          <a:xfrm>
            <a:off x="588130" y="1153464"/>
            <a:ext cx="430224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910048"/>
                </a:solidFill>
                <a:latin typeface="Calibri"/>
                <a:ea typeface="Calibri"/>
                <a:cs typeface="Calibri"/>
                <a:sym typeface="Calibri"/>
              </a:rPr>
              <a:t>Incidencias  / Novedades</a:t>
            </a:r>
            <a:endParaRPr sz="2400" b="1" i="0" u="none" strike="noStrike" cap="none" dirty="0">
              <a:solidFill>
                <a:srgbClr val="9100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1"/>
          <p:cNvSpPr txBox="1"/>
          <p:nvPr/>
        </p:nvSpPr>
        <p:spPr>
          <a:xfrm>
            <a:off x="1241807" y="1678809"/>
            <a:ext cx="658139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Comentarios de los estudiantes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1"/>
          <p:cNvSpPr txBox="1"/>
          <p:nvPr/>
        </p:nvSpPr>
        <p:spPr>
          <a:xfrm>
            <a:off x="588130" y="2204154"/>
            <a:ext cx="7145867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9999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[Comentarios sobre los estudiantes]</a:t>
            </a:r>
            <a:r>
              <a:rPr lang="es-CO" sz="1600" dirty="0">
                <a:solidFill>
                  <a:srgbClr val="9999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/>
            </a:r>
            <a:r>
              <a:rPr lang="es-CO" sz="1600" dirty="0">
                <a:solidFill>
                  <a:srgbClr val="9999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/>
            </a:r>
            <a:r>
              <a:rPr lang="es-MX" sz="1600" dirty="0">
                <a:solidFill>
                  <a:srgbClr val="9999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/>
            </a:r>
          </a:p>
          <a:p>
            <a:pPr marL="285750" indent="-285750" algn="just" fontAlgn="ctr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9999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/>
            </a:r>
            <a:r>
              <a:rPr lang="es-CO" sz="1600" u="none" strike="noStrike" cap="none" dirty="0">
                <a:solidFill>
                  <a:srgbClr val="9999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/>
            </a:r>
            <a:endParaRPr sz="1600" u="none" strike="noStrike" cap="none" dirty="0">
              <a:solidFill>
                <a:srgbClr val="999999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03" name="Google Shape;10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110" y="61212"/>
            <a:ext cx="2494694" cy="7552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6">
            <a:extLst>
              <a:ext uri="{FF2B5EF4-FFF2-40B4-BE49-F238E27FC236}">
                <a16:creationId xmlns:a16="http://schemas.microsoft.com/office/drawing/2014/main" id="{F5F71CAD-2A9A-A3EB-9CF2-11D6731F9A28}"/>
              </a:ext>
            </a:extLst>
          </p:cNvPr>
          <p:cNvSpPr/>
          <p:nvPr/>
        </p:nvSpPr>
        <p:spPr>
          <a:xfrm>
            <a:off x="4627418" y="318575"/>
            <a:ext cx="4516582" cy="277800"/>
          </a:xfrm>
          <a:prstGeom prst="rect">
            <a:avLst/>
          </a:prstGeom>
          <a:solidFill>
            <a:srgbClr val="9100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200"/>
            </a:pPr>
            <a:r>
              <a:rPr lang="es-CO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 de la biomasa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208</Words>
  <Application>Microsoft Office PowerPoint</Application>
  <PresentationFormat>Presentación en pantalla (16:9)</PresentationFormat>
  <Paragraphs>56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Calibri</vt:lpstr>
      <vt:lpstr>Lato Extended</vt:lpstr>
      <vt:lpstr>Arial</vt:lpstr>
      <vt:lpstr>Barlow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Noelia Salvador</dc:creator>
  <cp:lastModifiedBy>Yulieth Castaño</cp:lastModifiedBy>
  <cp:revision>10</cp:revision>
  <dcterms:modified xsi:type="dcterms:W3CDTF">2026-07-02T14:28:11Z</dcterms:modified>
</cp:coreProperties>
</file>